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7" r:id="rId7"/>
    <p:sldId id="268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14FD1E-CCF4-4517-B81D-E750EAB9884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5E8A6E-924B-4055-B7AE-8B227AC6AF7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Objectif :</a:t>
          </a:r>
          <a:r>
            <a:rPr lang="fr-FR" dirty="0"/>
            <a:t> Découvrir les composants internes d'une tour d'ordinateur, création d'une clé USB bootable et installation d’un OS.</a:t>
          </a:r>
          <a:endParaRPr lang="en-US" dirty="0"/>
        </a:p>
      </dgm:t>
    </dgm:pt>
    <dgm:pt modelId="{DAD9F018-111C-42A1-9CA7-757F90D9AA47}" type="parTrans" cxnId="{799B17D4-6E83-4882-A8CE-D6F8A9BB5B0F}">
      <dgm:prSet/>
      <dgm:spPr/>
      <dgm:t>
        <a:bodyPr/>
        <a:lstStyle/>
        <a:p>
          <a:endParaRPr lang="en-US"/>
        </a:p>
      </dgm:t>
    </dgm:pt>
    <dgm:pt modelId="{63A124B3-C5DA-4F95-9C00-0C05610C5D60}" type="sibTrans" cxnId="{799B17D4-6E83-4882-A8CE-D6F8A9BB5B0F}">
      <dgm:prSet/>
      <dgm:spPr/>
      <dgm:t>
        <a:bodyPr/>
        <a:lstStyle/>
        <a:p>
          <a:endParaRPr lang="en-US"/>
        </a:p>
      </dgm:t>
    </dgm:pt>
    <dgm:pt modelId="{7A0F1425-1C61-44C4-B176-74EA6E6787F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Participants</a:t>
          </a:r>
          <a:r>
            <a:rPr lang="fr-FR"/>
            <a:t> : Yassine, Yve</a:t>
          </a:r>
          <a:endParaRPr lang="en-US"/>
        </a:p>
      </dgm:t>
    </dgm:pt>
    <dgm:pt modelId="{BFACCCA4-C61F-42C6-B132-EA36EF5C26D6}" type="parTrans" cxnId="{99A0912F-9B35-49DC-BADC-D28DD710653B}">
      <dgm:prSet/>
      <dgm:spPr/>
      <dgm:t>
        <a:bodyPr/>
        <a:lstStyle/>
        <a:p>
          <a:endParaRPr lang="en-US"/>
        </a:p>
      </dgm:t>
    </dgm:pt>
    <dgm:pt modelId="{714D6EEC-D61C-4A6F-8094-115F5EB5B6CF}" type="sibTrans" cxnId="{99A0912F-9B35-49DC-BADC-D28DD710653B}">
      <dgm:prSet/>
      <dgm:spPr/>
      <dgm:t>
        <a:bodyPr/>
        <a:lstStyle/>
        <a:p>
          <a:endParaRPr lang="en-US"/>
        </a:p>
      </dgm:t>
    </dgm:pt>
    <dgm:pt modelId="{23B4A22E-F32F-46D2-96B0-296C4ECD0D6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Matériel utilisé </a:t>
          </a:r>
          <a:r>
            <a:rPr lang="fr-FR"/>
            <a:t>: Tour PC, kit d'outils de démontage, clé USB bootable.</a:t>
          </a:r>
          <a:endParaRPr lang="en-US"/>
        </a:p>
      </dgm:t>
    </dgm:pt>
    <dgm:pt modelId="{86008664-9B8B-495A-B2BD-12A7922E89B4}" type="parTrans" cxnId="{CE59CA49-9F86-46B6-96C8-31BC197CA094}">
      <dgm:prSet/>
      <dgm:spPr/>
      <dgm:t>
        <a:bodyPr/>
        <a:lstStyle/>
        <a:p>
          <a:endParaRPr lang="en-US"/>
        </a:p>
      </dgm:t>
    </dgm:pt>
    <dgm:pt modelId="{5859AE8C-C812-4B8C-89FE-27CFD79B48D8}" type="sibTrans" cxnId="{CE59CA49-9F86-46B6-96C8-31BC197CA094}">
      <dgm:prSet/>
      <dgm:spPr/>
      <dgm:t>
        <a:bodyPr/>
        <a:lstStyle/>
        <a:p>
          <a:endParaRPr lang="en-US"/>
        </a:p>
      </dgm:t>
    </dgm:pt>
    <dgm:pt modelId="{F87B4B22-037B-4BAE-A557-F381C371F8C7}" type="pres">
      <dgm:prSet presAssocID="{6A14FD1E-CCF4-4517-B81D-E750EAB9884F}" presName="root" presStyleCnt="0">
        <dgm:presLayoutVars>
          <dgm:dir/>
          <dgm:resizeHandles val="exact"/>
        </dgm:presLayoutVars>
      </dgm:prSet>
      <dgm:spPr/>
    </dgm:pt>
    <dgm:pt modelId="{737AA361-6F44-4579-9A1E-9B11714088FC}" type="pres">
      <dgm:prSet presAssocID="{EF5E8A6E-924B-4055-B7AE-8B227AC6AF76}" presName="compNode" presStyleCnt="0"/>
      <dgm:spPr/>
    </dgm:pt>
    <dgm:pt modelId="{90E38108-5829-4583-8D28-F4AB4A71EF09}" type="pres">
      <dgm:prSet presAssocID="{EF5E8A6E-924B-4055-B7AE-8B227AC6AF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ED24A43D-9B5C-4CD0-ABA2-4C2144D1CC14}" type="pres">
      <dgm:prSet presAssocID="{EF5E8A6E-924B-4055-B7AE-8B227AC6AF76}" presName="spaceRect" presStyleCnt="0"/>
      <dgm:spPr/>
    </dgm:pt>
    <dgm:pt modelId="{24495CA2-FD4F-4C37-99E0-B1FECBC82CC7}" type="pres">
      <dgm:prSet presAssocID="{EF5E8A6E-924B-4055-B7AE-8B227AC6AF76}" presName="textRect" presStyleLbl="revTx" presStyleIdx="0" presStyleCnt="3">
        <dgm:presLayoutVars>
          <dgm:chMax val="1"/>
          <dgm:chPref val="1"/>
        </dgm:presLayoutVars>
      </dgm:prSet>
      <dgm:spPr/>
    </dgm:pt>
    <dgm:pt modelId="{7F5178C5-BA95-4745-85A6-6FA718153460}" type="pres">
      <dgm:prSet presAssocID="{63A124B3-C5DA-4F95-9C00-0C05610C5D60}" presName="sibTrans" presStyleCnt="0"/>
      <dgm:spPr/>
    </dgm:pt>
    <dgm:pt modelId="{8CECA803-7141-4FED-9D51-654BDCF7104E}" type="pres">
      <dgm:prSet presAssocID="{7A0F1425-1C61-44C4-B176-74EA6E6787FE}" presName="compNode" presStyleCnt="0"/>
      <dgm:spPr/>
    </dgm:pt>
    <dgm:pt modelId="{87F2CEA5-C7CE-4521-ABBE-F5A1150F3619}" type="pres">
      <dgm:prSet presAssocID="{7A0F1425-1C61-44C4-B176-74EA6E6787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B90737A7-C550-413C-B987-7D0AAF834736}" type="pres">
      <dgm:prSet presAssocID="{7A0F1425-1C61-44C4-B176-74EA6E6787FE}" presName="spaceRect" presStyleCnt="0"/>
      <dgm:spPr/>
    </dgm:pt>
    <dgm:pt modelId="{1AEB0DAF-0ED7-4058-9CED-1732B122E7D9}" type="pres">
      <dgm:prSet presAssocID="{7A0F1425-1C61-44C4-B176-74EA6E6787FE}" presName="textRect" presStyleLbl="revTx" presStyleIdx="1" presStyleCnt="3">
        <dgm:presLayoutVars>
          <dgm:chMax val="1"/>
          <dgm:chPref val="1"/>
        </dgm:presLayoutVars>
      </dgm:prSet>
      <dgm:spPr/>
    </dgm:pt>
    <dgm:pt modelId="{B58B5787-E9BE-4AB3-A996-36D29C7CBFBE}" type="pres">
      <dgm:prSet presAssocID="{714D6EEC-D61C-4A6F-8094-115F5EB5B6CF}" presName="sibTrans" presStyleCnt="0"/>
      <dgm:spPr/>
    </dgm:pt>
    <dgm:pt modelId="{AEC74135-F6D6-48DF-8BED-057BC81E67B0}" type="pres">
      <dgm:prSet presAssocID="{23B4A22E-F32F-46D2-96B0-296C4ECD0D61}" presName="compNode" presStyleCnt="0"/>
      <dgm:spPr/>
    </dgm:pt>
    <dgm:pt modelId="{7B382709-6AAA-4ADA-B64D-029E93356AE9}" type="pres">
      <dgm:prSet presAssocID="{23B4A22E-F32F-46D2-96B0-296C4ECD0D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F539F19E-6181-4ECE-8FB5-C2219F4990DD}" type="pres">
      <dgm:prSet presAssocID="{23B4A22E-F32F-46D2-96B0-296C4ECD0D61}" presName="spaceRect" presStyleCnt="0"/>
      <dgm:spPr/>
    </dgm:pt>
    <dgm:pt modelId="{56E73D62-0D05-425F-A141-BF7C1C2C482D}" type="pres">
      <dgm:prSet presAssocID="{23B4A22E-F32F-46D2-96B0-296C4ECD0D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BC0291A-90FB-4B6C-B445-D68349678F61}" type="presOf" srcId="{6A14FD1E-CCF4-4517-B81D-E750EAB9884F}" destId="{F87B4B22-037B-4BAE-A557-F381C371F8C7}" srcOrd="0" destOrd="0" presId="urn:microsoft.com/office/officeart/2018/2/layout/IconLabelList"/>
    <dgm:cxn modelId="{99A0912F-9B35-49DC-BADC-D28DD710653B}" srcId="{6A14FD1E-CCF4-4517-B81D-E750EAB9884F}" destId="{7A0F1425-1C61-44C4-B176-74EA6E6787FE}" srcOrd="1" destOrd="0" parTransId="{BFACCCA4-C61F-42C6-B132-EA36EF5C26D6}" sibTransId="{714D6EEC-D61C-4A6F-8094-115F5EB5B6CF}"/>
    <dgm:cxn modelId="{CE59CA49-9F86-46B6-96C8-31BC197CA094}" srcId="{6A14FD1E-CCF4-4517-B81D-E750EAB9884F}" destId="{23B4A22E-F32F-46D2-96B0-296C4ECD0D61}" srcOrd="2" destOrd="0" parTransId="{86008664-9B8B-495A-B2BD-12A7922E89B4}" sibTransId="{5859AE8C-C812-4B8C-89FE-27CFD79B48D8}"/>
    <dgm:cxn modelId="{0597494B-12B0-408B-B8AA-0ED672A25996}" type="presOf" srcId="{EF5E8A6E-924B-4055-B7AE-8B227AC6AF76}" destId="{24495CA2-FD4F-4C37-99E0-B1FECBC82CC7}" srcOrd="0" destOrd="0" presId="urn:microsoft.com/office/officeart/2018/2/layout/IconLabelList"/>
    <dgm:cxn modelId="{34E6F983-71E7-4856-8DA0-10D29FF84515}" type="presOf" srcId="{23B4A22E-F32F-46D2-96B0-296C4ECD0D61}" destId="{56E73D62-0D05-425F-A141-BF7C1C2C482D}" srcOrd="0" destOrd="0" presId="urn:microsoft.com/office/officeart/2018/2/layout/IconLabelList"/>
    <dgm:cxn modelId="{B38FE394-6C27-49F1-B026-6ED96CCF22A9}" type="presOf" srcId="{7A0F1425-1C61-44C4-B176-74EA6E6787FE}" destId="{1AEB0DAF-0ED7-4058-9CED-1732B122E7D9}" srcOrd="0" destOrd="0" presId="urn:microsoft.com/office/officeart/2018/2/layout/IconLabelList"/>
    <dgm:cxn modelId="{799B17D4-6E83-4882-A8CE-D6F8A9BB5B0F}" srcId="{6A14FD1E-CCF4-4517-B81D-E750EAB9884F}" destId="{EF5E8A6E-924B-4055-B7AE-8B227AC6AF76}" srcOrd="0" destOrd="0" parTransId="{DAD9F018-111C-42A1-9CA7-757F90D9AA47}" sibTransId="{63A124B3-C5DA-4F95-9C00-0C05610C5D60}"/>
    <dgm:cxn modelId="{091BB722-B723-4D54-83B8-92FFAA584A22}" type="presParOf" srcId="{F87B4B22-037B-4BAE-A557-F381C371F8C7}" destId="{737AA361-6F44-4579-9A1E-9B11714088FC}" srcOrd="0" destOrd="0" presId="urn:microsoft.com/office/officeart/2018/2/layout/IconLabelList"/>
    <dgm:cxn modelId="{536C35EE-1FC6-4ADA-B8AA-6011D6348172}" type="presParOf" srcId="{737AA361-6F44-4579-9A1E-9B11714088FC}" destId="{90E38108-5829-4583-8D28-F4AB4A71EF09}" srcOrd="0" destOrd="0" presId="urn:microsoft.com/office/officeart/2018/2/layout/IconLabelList"/>
    <dgm:cxn modelId="{10C76399-A92E-4871-9F53-EB22246629D2}" type="presParOf" srcId="{737AA361-6F44-4579-9A1E-9B11714088FC}" destId="{ED24A43D-9B5C-4CD0-ABA2-4C2144D1CC14}" srcOrd="1" destOrd="0" presId="urn:microsoft.com/office/officeart/2018/2/layout/IconLabelList"/>
    <dgm:cxn modelId="{65B7572C-4947-48D8-800A-02654B0458A0}" type="presParOf" srcId="{737AA361-6F44-4579-9A1E-9B11714088FC}" destId="{24495CA2-FD4F-4C37-99E0-B1FECBC82CC7}" srcOrd="2" destOrd="0" presId="urn:microsoft.com/office/officeart/2018/2/layout/IconLabelList"/>
    <dgm:cxn modelId="{71999687-FB2E-4D90-9A3B-3B1C8DD088D4}" type="presParOf" srcId="{F87B4B22-037B-4BAE-A557-F381C371F8C7}" destId="{7F5178C5-BA95-4745-85A6-6FA718153460}" srcOrd="1" destOrd="0" presId="urn:microsoft.com/office/officeart/2018/2/layout/IconLabelList"/>
    <dgm:cxn modelId="{2976C79E-D71E-41AA-B103-C78DD8FBABE3}" type="presParOf" srcId="{F87B4B22-037B-4BAE-A557-F381C371F8C7}" destId="{8CECA803-7141-4FED-9D51-654BDCF7104E}" srcOrd="2" destOrd="0" presId="urn:microsoft.com/office/officeart/2018/2/layout/IconLabelList"/>
    <dgm:cxn modelId="{B0EC9142-02CE-4464-A684-D81ECB82D108}" type="presParOf" srcId="{8CECA803-7141-4FED-9D51-654BDCF7104E}" destId="{87F2CEA5-C7CE-4521-ABBE-F5A1150F3619}" srcOrd="0" destOrd="0" presId="urn:microsoft.com/office/officeart/2018/2/layout/IconLabelList"/>
    <dgm:cxn modelId="{1EA436FE-B2F5-4254-A48E-EA03E54E03DF}" type="presParOf" srcId="{8CECA803-7141-4FED-9D51-654BDCF7104E}" destId="{B90737A7-C550-413C-B987-7D0AAF834736}" srcOrd="1" destOrd="0" presId="urn:microsoft.com/office/officeart/2018/2/layout/IconLabelList"/>
    <dgm:cxn modelId="{CFAC9760-0E4F-4466-9801-7622CD670677}" type="presParOf" srcId="{8CECA803-7141-4FED-9D51-654BDCF7104E}" destId="{1AEB0DAF-0ED7-4058-9CED-1732B122E7D9}" srcOrd="2" destOrd="0" presId="urn:microsoft.com/office/officeart/2018/2/layout/IconLabelList"/>
    <dgm:cxn modelId="{DCAB8193-A4DD-4DE4-B695-C769B72D760B}" type="presParOf" srcId="{F87B4B22-037B-4BAE-A557-F381C371F8C7}" destId="{B58B5787-E9BE-4AB3-A996-36D29C7CBFBE}" srcOrd="3" destOrd="0" presId="urn:microsoft.com/office/officeart/2018/2/layout/IconLabelList"/>
    <dgm:cxn modelId="{3892BBA3-EDC9-42F2-8AA4-7E01FA0E14DF}" type="presParOf" srcId="{F87B4B22-037B-4BAE-A557-F381C371F8C7}" destId="{AEC74135-F6D6-48DF-8BED-057BC81E67B0}" srcOrd="4" destOrd="0" presId="urn:microsoft.com/office/officeart/2018/2/layout/IconLabelList"/>
    <dgm:cxn modelId="{C0F8A703-DE1A-49D1-8F2E-1672F2E9B5DD}" type="presParOf" srcId="{AEC74135-F6D6-48DF-8BED-057BC81E67B0}" destId="{7B382709-6AAA-4ADA-B64D-029E93356AE9}" srcOrd="0" destOrd="0" presId="urn:microsoft.com/office/officeart/2018/2/layout/IconLabelList"/>
    <dgm:cxn modelId="{CE511764-C0B2-4D99-87D1-CAA3419ADDB3}" type="presParOf" srcId="{AEC74135-F6D6-48DF-8BED-057BC81E67B0}" destId="{F539F19E-6181-4ECE-8FB5-C2219F4990DD}" srcOrd="1" destOrd="0" presId="urn:microsoft.com/office/officeart/2018/2/layout/IconLabelList"/>
    <dgm:cxn modelId="{B5B1176F-522F-4800-A21B-80D8F69B978B}" type="presParOf" srcId="{AEC74135-F6D6-48DF-8BED-057BC81E67B0}" destId="{56E73D62-0D05-425F-A141-BF7C1C2C482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38108-5829-4583-8D28-F4AB4A71EF09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95CA2-FD4F-4C37-99E0-B1FECBC82CC7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Objectif :</a:t>
          </a:r>
          <a:r>
            <a:rPr lang="fr-FR" sz="1200" kern="1200" dirty="0"/>
            <a:t> Découvrir les composants internes d'une tour d'ordinateur, création d'une clé USB bootable et installation d’un OS.</a:t>
          </a:r>
          <a:endParaRPr lang="en-US" sz="1200" kern="1200" dirty="0"/>
        </a:p>
      </dsp:txBody>
      <dsp:txXfrm>
        <a:off x="417971" y="2644140"/>
        <a:ext cx="2889450" cy="720000"/>
      </dsp:txXfrm>
    </dsp:sp>
    <dsp:sp modelId="{87F2CEA5-C7CE-4521-ABBE-F5A1150F3619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B0DAF-0ED7-4058-9CED-1732B122E7D9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Participants</a:t>
          </a:r>
          <a:r>
            <a:rPr lang="fr-FR" sz="1200" kern="1200"/>
            <a:t> : Yassine, Yve</a:t>
          </a:r>
          <a:endParaRPr lang="en-US" sz="1200" kern="1200"/>
        </a:p>
      </dsp:txBody>
      <dsp:txXfrm>
        <a:off x="3813075" y="2644140"/>
        <a:ext cx="2889450" cy="720000"/>
      </dsp:txXfrm>
    </dsp:sp>
    <dsp:sp modelId="{7B382709-6AAA-4ADA-B64D-029E93356AE9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E73D62-0D05-425F-A141-BF7C1C2C482D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Matériel utilisé </a:t>
          </a:r>
          <a:r>
            <a:rPr lang="fr-FR" sz="1200" kern="1200"/>
            <a:t>: Tour PC, kit d'outils de démontage, clé USB bootable.</a:t>
          </a:r>
          <a:endParaRPr lang="en-US" sz="1200" kern="1200"/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9FCD8-4CEB-4C61-8C9B-C3D997F725A8}" type="datetimeFigureOut">
              <a:rPr lang="fr-FR" smtClean="0"/>
              <a:t>18/10/2024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5BF55-10CC-4DDE-8E5E-635DA7E36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205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5BF55-10CC-4DDE-8E5E-635DA7E36C3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57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40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1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21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82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noFill/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90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17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60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08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72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441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652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020E-5EB3-4448-AC81-8CE5E465F916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1655E-90AA-4F31-8916-1A53C6B340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68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fr-FR" dirty="0"/>
              <a:t>T.P. d'Architecture Matériel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/>
          <a:p>
            <a:r>
              <a:rPr lang="fr-FR" dirty="0"/>
              <a:t> Démontage, analyse des composants et installation de Windows 11 Pro</a:t>
            </a:r>
          </a:p>
        </p:txBody>
      </p:sp>
    </p:spTree>
    <p:extLst>
      <p:ext uri="{BB962C8B-B14F-4D97-AF65-F5344CB8AC3E}">
        <p14:creationId xmlns:p14="http://schemas.microsoft.com/office/powerpoint/2010/main" val="142031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25E46-AC1F-D80D-A826-B56867CF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fr-FR" dirty="0"/>
              <a:t>Introduction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93CCB090-467E-A4DF-39AE-DE54991B19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4556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35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D833C-750B-A5C0-5398-C6DA0083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Démontage de la tour</a:t>
            </a:r>
          </a:p>
        </p:txBody>
      </p:sp>
      <p:pic>
        <p:nvPicPr>
          <p:cNvPr id="7" name="Espace réservé du contenu 6" descr="Une image contenant Appareils électroniques, Ingénierie électronique, Matériel d’ordinateur, Composant d’ordinateur&#10;&#10;Description générée automatiquement">
            <a:extLst>
              <a:ext uri="{FF2B5EF4-FFF2-40B4-BE49-F238E27FC236}">
                <a16:creationId xmlns:a16="http://schemas.microsoft.com/office/drawing/2014/main" id="{CA8E5009-2937-7783-A9B1-3432027AC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679" y="987425"/>
            <a:ext cx="3655218" cy="4873625"/>
          </a:xfr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CC2658-7968-D414-1FB1-9AAF2F221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3870" y="2589212"/>
            <a:ext cx="3932237" cy="3811588"/>
          </a:xfrm>
        </p:spPr>
        <p:txBody>
          <a:bodyPr/>
          <a:lstStyle/>
          <a:p>
            <a:r>
              <a:rPr lang="fr-FR" dirty="0"/>
              <a:t>Processus :  On commence par démonter le panneau latéral du boitier afin d’accéder aux composants.</a:t>
            </a:r>
          </a:p>
          <a:p>
            <a:r>
              <a:rPr lang="fr-FR" dirty="0"/>
              <a:t>Composants visibles : CPU, GPU, alimentation, RAM, carte mère, HDD, ventilateurs.</a:t>
            </a:r>
          </a:p>
        </p:txBody>
      </p:sp>
    </p:spTree>
    <p:extLst>
      <p:ext uri="{BB962C8B-B14F-4D97-AF65-F5344CB8AC3E}">
        <p14:creationId xmlns:p14="http://schemas.microsoft.com/office/powerpoint/2010/main" val="420632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D2819A-0CEB-9B2D-B0C4-E6A1DA29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Identification des composants</a:t>
            </a:r>
          </a:p>
        </p:txBody>
      </p:sp>
      <p:pic>
        <p:nvPicPr>
          <p:cNvPr id="5" name="Espace réservé du contenu 4" descr="Une image contenant Appareils électroniques, Ingénierie électronique, fils électriques, machine&#10;&#10;Description générée automatiquement">
            <a:extLst>
              <a:ext uri="{FF2B5EF4-FFF2-40B4-BE49-F238E27FC236}">
                <a16:creationId xmlns:a16="http://schemas.microsoft.com/office/drawing/2014/main" id="{9F0E93AE-54AE-3E83-4FB4-41F671F72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430" y="1844286"/>
            <a:ext cx="4493140" cy="4351338"/>
          </a:xfr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8E07922-CBD9-712A-7F32-842FDD2413C7}"/>
              </a:ext>
            </a:extLst>
          </p:cNvPr>
          <p:cNvCxnSpPr/>
          <p:nvPr/>
        </p:nvCxnSpPr>
        <p:spPr>
          <a:xfrm>
            <a:off x="2852257" y="3598877"/>
            <a:ext cx="1828800" cy="989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B9B50E2E-2C4D-0091-4500-6922CCACBE1D}"/>
              </a:ext>
            </a:extLst>
          </p:cNvPr>
          <p:cNvSpPr txBox="1"/>
          <p:nvPr/>
        </p:nvSpPr>
        <p:spPr>
          <a:xfrm>
            <a:off x="1963024" y="3351402"/>
            <a:ext cx="106540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Ventirad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7D7DC98-75D7-D745-D12B-0EFA065C229E}"/>
              </a:ext>
            </a:extLst>
          </p:cNvPr>
          <p:cNvCxnSpPr/>
          <p:nvPr/>
        </p:nvCxnSpPr>
        <p:spPr>
          <a:xfrm>
            <a:off x="2718033" y="2046914"/>
            <a:ext cx="2348917" cy="981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A2816BB-AFDF-EB84-ACAA-FC1FD8A90022}"/>
              </a:ext>
            </a:extLst>
          </p:cNvPr>
          <p:cNvSpPr txBox="1"/>
          <p:nvPr/>
        </p:nvSpPr>
        <p:spPr>
          <a:xfrm>
            <a:off x="2196729" y="1844286"/>
            <a:ext cx="7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HDD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5484D5C-98CE-99B5-D4FD-6EB2A654FC7F}"/>
              </a:ext>
            </a:extLst>
          </p:cNvPr>
          <p:cNvCxnSpPr/>
          <p:nvPr/>
        </p:nvCxnSpPr>
        <p:spPr>
          <a:xfrm flipH="1">
            <a:off x="5552661" y="1844286"/>
            <a:ext cx="3604591" cy="197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C68D78D3-CC12-A9AA-1933-41B7E07DB109}"/>
              </a:ext>
            </a:extLst>
          </p:cNvPr>
          <p:cNvSpPr txBox="1"/>
          <p:nvPr/>
        </p:nvSpPr>
        <p:spPr>
          <a:xfrm>
            <a:off x="9107966" y="1582821"/>
            <a:ext cx="73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RAM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2D9FE25-FEC0-D0E2-DC6F-36F771DFAA30}"/>
              </a:ext>
            </a:extLst>
          </p:cNvPr>
          <p:cNvCxnSpPr>
            <a:cxnSpLocks/>
          </p:cNvCxnSpPr>
          <p:nvPr/>
        </p:nvCxnSpPr>
        <p:spPr>
          <a:xfrm flipH="1" flipV="1">
            <a:off x="7739270" y="4837043"/>
            <a:ext cx="1417982" cy="438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3C2F64D-6098-FE0D-AC74-0375FFDDA2D5}"/>
              </a:ext>
            </a:extLst>
          </p:cNvPr>
          <p:cNvSpPr txBox="1"/>
          <p:nvPr/>
        </p:nvSpPr>
        <p:spPr>
          <a:xfrm>
            <a:off x="9107966" y="5148704"/>
            <a:ext cx="183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Bloc d’alimentation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D104425-17A0-FE7B-8716-9698137303DD}"/>
              </a:ext>
            </a:extLst>
          </p:cNvPr>
          <p:cNvCxnSpPr/>
          <p:nvPr/>
        </p:nvCxnSpPr>
        <p:spPr>
          <a:xfrm flipH="1">
            <a:off x="6096000" y="3823252"/>
            <a:ext cx="3452191" cy="602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D87225FA-4E75-1A6D-A73E-23A5065DD4F8}"/>
              </a:ext>
            </a:extLst>
          </p:cNvPr>
          <p:cNvSpPr txBox="1"/>
          <p:nvPr/>
        </p:nvSpPr>
        <p:spPr>
          <a:xfrm>
            <a:off x="9473966" y="3573284"/>
            <a:ext cx="960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GPU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9A600F3-B417-C65F-386D-CC21CBD274AB}"/>
              </a:ext>
            </a:extLst>
          </p:cNvPr>
          <p:cNvSpPr/>
          <p:nvPr/>
        </p:nvSpPr>
        <p:spPr>
          <a:xfrm>
            <a:off x="4346713" y="3598877"/>
            <a:ext cx="2438400" cy="1676302"/>
          </a:xfrm>
          <a:prstGeom prst="round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3E77B5F-D218-65CC-E6C8-BA9211358C16}"/>
              </a:ext>
            </a:extLst>
          </p:cNvPr>
          <p:cNvCxnSpPr/>
          <p:nvPr/>
        </p:nvCxnSpPr>
        <p:spPr>
          <a:xfrm flipV="1">
            <a:off x="2418522" y="5148704"/>
            <a:ext cx="1928191" cy="43046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29E4D727-7CBC-B935-B1A0-F49964509F9F}"/>
              </a:ext>
            </a:extLst>
          </p:cNvPr>
          <p:cNvSpPr txBox="1"/>
          <p:nvPr/>
        </p:nvSpPr>
        <p:spPr>
          <a:xfrm>
            <a:off x="1248420" y="5333396"/>
            <a:ext cx="131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Carte mère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3A8C8A70-2CA8-BE7A-976A-7767279257CA}"/>
              </a:ext>
            </a:extLst>
          </p:cNvPr>
          <p:cNvCxnSpPr/>
          <p:nvPr/>
        </p:nvCxnSpPr>
        <p:spPr>
          <a:xfrm>
            <a:off x="2232322" y="4437028"/>
            <a:ext cx="2431105" cy="33667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846DB80B-9C6D-A8C0-88FE-8AE00DA00D8C}"/>
              </a:ext>
            </a:extLst>
          </p:cNvPr>
          <p:cNvSpPr txBox="1"/>
          <p:nvPr/>
        </p:nvSpPr>
        <p:spPr>
          <a:xfrm>
            <a:off x="1750662" y="4199691"/>
            <a:ext cx="69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365699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DDBC1-0DEB-8CEB-168C-91100879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Démontage des composants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252AD5-147F-4500-C923-79CBF1A55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Démontage des barrettes de RAM</a:t>
            </a:r>
          </a:p>
          <a:p>
            <a:r>
              <a:rPr lang="fr-FR" dirty="0"/>
              <a:t>Démontage du GPU</a:t>
            </a:r>
          </a:p>
        </p:txBody>
      </p:sp>
    </p:spTree>
    <p:extLst>
      <p:ext uri="{BB962C8B-B14F-4D97-AF65-F5344CB8AC3E}">
        <p14:creationId xmlns:p14="http://schemas.microsoft.com/office/powerpoint/2010/main" val="2886865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AEEB7A-D215-49A2-5E50-E4983E28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fr-FR" dirty="0"/>
              <a:t>RAM</a:t>
            </a:r>
          </a:p>
        </p:txBody>
      </p:sp>
      <p:pic>
        <p:nvPicPr>
          <p:cNvPr id="9" name="Espace réservé du contenu 8" descr="Une image contenant train, intérieur, texte, personne&#10;&#10;Description générée automatiquement">
            <a:extLst>
              <a:ext uri="{FF2B5EF4-FFF2-40B4-BE49-F238E27FC236}">
                <a16:creationId xmlns:a16="http://schemas.microsoft.com/office/drawing/2014/main" id="{29156614-3E74-95EA-BC78-AE3F602CB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82" b="27397"/>
          <a:stretch/>
        </p:blipFill>
        <p:spPr>
          <a:xfrm>
            <a:off x="5183188" y="987425"/>
            <a:ext cx="6172200" cy="4873625"/>
          </a:xfrm>
          <a:noFill/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E0DFB1D-0575-3B0A-3E7E-6A745175002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fr-FR" altLang="fr-FR" i="0" u="none" strike="noStrike" cap="none" normalizeH="0" baseline="0" dirty="0">
                <a:ln>
                  <a:noFill/>
                </a:ln>
                <a:effectLst/>
              </a:rPr>
              <a:t>Afin de parvenir à détacher les barrettes de RAM on doit la déclipser en appuyant simultanément sur les deux clips aux extrémités.</a:t>
            </a:r>
            <a:r>
              <a:rPr lang="fr-FR" altLang="fr-FR" dirty="0"/>
              <a:t> </a:t>
            </a:r>
            <a:endParaRPr kumimoji="0" lang="fr-FR" altLang="fr-FR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6187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FE04A2-AD1D-E56F-EFE1-E9DBE396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fr-FR" dirty="0"/>
              <a:t>Carte graphique (GPU)</a:t>
            </a:r>
          </a:p>
        </p:txBody>
      </p:sp>
      <p:pic>
        <p:nvPicPr>
          <p:cNvPr id="7" name="Espace réservé du contenu 6" descr="Une image contenant intérieur, Appareils électroniques, Ingénierie électronique, ordinateur&#10;&#10;Description générée automatiquement">
            <a:extLst>
              <a:ext uri="{FF2B5EF4-FFF2-40B4-BE49-F238E27FC236}">
                <a16:creationId xmlns:a16="http://schemas.microsoft.com/office/drawing/2014/main" id="{57D05878-91F8-1D16-DB9A-A4C3610F9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31727"/>
          <a:stretch/>
        </p:blipFill>
        <p:spPr>
          <a:xfrm>
            <a:off x="5183188" y="987425"/>
            <a:ext cx="6172200" cy="4873625"/>
          </a:xfrm>
          <a:noFill/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721E64F-61DC-A610-EEB8-4BC101B01F0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fr-FR" altLang="fr-FR" dirty="0"/>
              <a:t>Pour démonter le GPU, on doit débrancher les différentes connectiques reliées à la carte mère. Ensuite à l’aide d’une tourne vis on détache la cage de protection qui maintient la carte graphique au boitier. </a:t>
            </a:r>
            <a:endParaRPr kumimoji="0" lang="fr-FR" altLang="fr-FR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2138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B87F8-0D4B-4C5D-8B17-9A61276D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des clés bootables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D63933C-57EC-0949-D80F-02BD7E5D6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Logiciel Refus (Pour booter la clé)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E72D86F-5464-676C-22C2-F86362938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Clé USB (8go de préférence)</a:t>
            </a:r>
          </a:p>
        </p:txBody>
      </p:sp>
      <p:pic>
        <p:nvPicPr>
          <p:cNvPr id="17" name="Espace réservé du contenu 16" descr="Une image contenant Lecteur flash USB, Appareil de stockage de données, Appareil électronique, gadget&#10;&#10;Description générée automatiquement">
            <a:extLst>
              <a:ext uri="{FF2B5EF4-FFF2-40B4-BE49-F238E27FC236}">
                <a16:creationId xmlns:a16="http://schemas.microsoft.com/office/drawing/2014/main" id="{1543BA7C-01DE-FCA9-07FE-4AC3FBCD05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86" y="2505075"/>
            <a:ext cx="3684588" cy="3684588"/>
          </a:xfrm>
        </p:spPr>
      </p:pic>
      <p:pic>
        <p:nvPicPr>
          <p:cNvPr id="15" name="Espace réservé du contenu 14" descr="Une image contenant texte, capture d’écran, Police, logo&#10;&#10;Description générée automatiquement">
            <a:extLst>
              <a:ext uri="{FF2B5EF4-FFF2-40B4-BE49-F238E27FC236}">
                <a16:creationId xmlns:a16="http://schemas.microsoft.com/office/drawing/2014/main" id="{E181186C-1281-2D2C-5D9F-556A2A8D775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27623"/>
            <a:ext cx="5183188" cy="3239492"/>
          </a:xfrm>
        </p:spPr>
      </p:pic>
    </p:spTree>
    <p:extLst>
      <p:ext uri="{BB962C8B-B14F-4D97-AF65-F5344CB8AC3E}">
        <p14:creationId xmlns:p14="http://schemas.microsoft.com/office/powerpoint/2010/main" val="3173807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7766FC-8EE6-B041-75E6-A2C250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de Windows 11 Pro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4F56045-7F62-C87C-D693-EBC56B7DE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Etapes :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Accéder au BIOS en cliquant sur la touche F10 du clavier lors du démarrage de la tour.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Choisir la clé USB bootable en tant que host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Démarrer à partir de la clé USB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Procéder à l’installation de Windows</a:t>
            </a:r>
          </a:p>
        </p:txBody>
      </p:sp>
    </p:spTree>
    <p:extLst>
      <p:ext uri="{BB962C8B-B14F-4D97-AF65-F5344CB8AC3E}">
        <p14:creationId xmlns:p14="http://schemas.microsoft.com/office/powerpoint/2010/main" val="169512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6AFF0-2278-53A9-8376-7019F5B3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BIOS</a:t>
            </a:r>
          </a:p>
        </p:txBody>
      </p:sp>
      <p:pic>
        <p:nvPicPr>
          <p:cNvPr id="5" name="Espace réservé du contenu 4" descr="Une image contenant texte, Appareils électroniques, intérieur, Périphérique de sortie&#10;&#10;Description générée automatiquement">
            <a:extLst>
              <a:ext uri="{FF2B5EF4-FFF2-40B4-BE49-F238E27FC236}">
                <a16:creationId xmlns:a16="http://schemas.microsoft.com/office/drawing/2014/main" id="{7C717A0C-AD82-E9F0-3292-C446CCBD3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940" y="987425"/>
            <a:ext cx="3656695" cy="4873625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81CB181-83D2-A432-F4C2-5B365B65C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Après avoir accéder au BIOS on sélectionne la clé USB bootable comme espace de stockage principal.</a:t>
            </a:r>
          </a:p>
        </p:txBody>
      </p:sp>
    </p:spTree>
    <p:extLst>
      <p:ext uri="{BB962C8B-B14F-4D97-AF65-F5344CB8AC3E}">
        <p14:creationId xmlns:p14="http://schemas.microsoft.com/office/powerpoint/2010/main" val="395939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E401A-4A15-3A3A-748A-306D508B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Windows 11 Pro</a:t>
            </a:r>
          </a:p>
        </p:txBody>
      </p:sp>
      <p:pic>
        <p:nvPicPr>
          <p:cNvPr id="5" name="Espace réservé du contenu 4" descr="Une image contenant texte, intérieur, Appareils électroniques, Périphérique de sortie&#10;&#10;Description générée automatiquement">
            <a:extLst>
              <a:ext uri="{FF2B5EF4-FFF2-40B4-BE49-F238E27FC236}">
                <a16:creationId xmlns:a16="http://schemas.microsoft.com/office/drawing/2014/main" id="{AF11A5EA-70D8-7F9B-BB39-EC1C72073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940" y="987425"/>
            <a:ext cx="3656695" cy="4873625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2EBB161-91C6-9DAD-F128-973D8113E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Après avoir réussi à démarrer à partir de la clé USB bootable, on procède à l’installation de l’os (Windows 11 pro).</a:t>
            </a:r>
          </a:p>
        </p:txBody>
      </p:sp>
    </p:spTree>
    <p:extLst>
      <p:ext uri="{BB962C8B-B14F-4D97-AF65-F5344CB8AC3E}">
        <p14:creationId xmlns:p14="http://schemas.microsoft.com/office/powerpoint/2010/main" val="2485562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76E002-2A00-598B-FDA1-AE66BC03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Résumé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71AF81-0E38-EDCB-0E01-BB54A70C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Manipulation et prise de connaissance des composants </a:t>
            </a:r>
          </a:p>
          <a:p>
            <a:r>
              <a:rPr lang="fr-FR" dirty="0"/>
              <a:t>Découverte du logiciel Refus</a:t>
            </a:r>
          </a:p>
          <a:p>
            <a:r>
              <a:rPr lang="fr-FR" dirty="0"/>
              <a:t>Découverte du BIOS</a:t>
            </a:r>
          </a:p>
          <a:p>
            <a:r>
              <a:rPr lang="fr-FR" dirty="0"/>
              <a:t>Apprentissage du processus d'installation d'un OS</a:t>
            </a:r>
          </a:p>
        </p:txBody>
      </p:sp>
    </p:spTree>
    <p:extLst>
      <p:ext uri="{BB962C8B-B14F-4D97-AF65-F5344CB8AC3E}">
        <p14:creationId xmlns:p14="http://schemas.microsoft.com/office/powerpoint/2010/main" val="15464708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RTE">
  <a:themeElements>
    <a:clrScheme name="RTE">
      <a:dk1>
        <a:srgbClr val="000000"/>
      </a:dk1>
      <a:lt1>
        <a:srgbClr val="FFFFFF"/>
      </a:lt1>
      <a:dk2>
        <a:srgbClr val="3D70AD"/>
      </a:dk2>
      <a:lt2>
        <a:srgbClr val="00A6D9"/>
      </a:lt2>
      <a:accent1>
        <a:srgbClr val="009E8F"/>
      </a:accent1>
      <a:accent2>
        <a:srgbClr val="FFE500"/>
      </a:accent2>
      <a:accent3>
        <a:srgbClr val="EC775C"/>
      </a:accent3>
      <a:accent4>
        <a:srgbClr val="DC0059"/>
      </a:accent4>
      <a:accent5>
        <a:srgbClr val="7D5A9F"/>
      </a:accent5>
      <a:accent6>
        <a:srgbClr val="F6AB4D"/>
      </a:accent6>
      <a:hlink>
        <a:srgbClr val="00A6D9"/>
      </a:hlink>
      <a:folHlink>
        <a:srgbClr val="3D70AD"/>
      </a:folHlink>
    </a:clrScheme>
    <a:fontScheme name="RT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D8471729-1A76-45F4-8A2C-747CCCE576A7}" vid="{E411389D-0FF9-4E8C-B8A8-06DB6BF9A88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7445</TotalTime>
  <Words>319</Words>
  <Application>Microsoft Office PowerPoint</Application>
  <PresentationFormat>Grand écran</PresentationFormat>
  <Paragraphs>43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Thème RTE</vt:lpstr>
      <vt:lpstr>T.P. d'Architecture Matériel</vt:lpstr>
      <vt:lpstr>Introduction</vt:lpstr>
      <vt:lpstr>Démontage de la tour</vt:lpstr>
      <vt:lpstr>Identification des composants</vt:lpstr>
      <vt:lpstr>Démontage des composants</vt:lpstr>
      <vt:lpstr>RAM</vt:lpstr>
      <vt:lpstr>Carte graphique (GPU)</vt:lpstr>
      <vt:lpstr>Création des clés bootables</vt:lpstr>
      <vt:lpstr>Installation de Windows 11 Pro</vt:lpstr>
      <vt:lpstr>BIOS</vt:lpstr>
      <vt:lpstr>Installation Windows 11 Pro</vt:lpstr>
      <vt:lpstr>Résumé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Exploration d’une tour PC</dc:title>
  <dc:creator>MAHDOUANI Yassine</dc:creator>
  <cp:lastModifiedBy>MAHDOUANI Yassine</cp:lastModifiedBy>
  <cp:revision>11</cp:revision>
  <dcterms:created xsi:type="dcterms:W3CDTF">2024-10-17T13:18:56Z</dcterms:created>
  <dcterms:modified xsi:type="dcterms:W3CDTF">2024-10-22T17:24:04Z</dcterms:modified>
</cp:coreProperties>
</file>