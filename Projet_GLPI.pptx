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32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09260F-BA86-6784-58A0-BB31B85943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473D33D-11E6-07AC-14F1-16F0C554C5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F9A2B5-41C9-3F36-A8D1-2143D8668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DAA70-FF9B-42CC-B1FE-BF748B6C69B8}" type="datetimeFigureOut">
              <a:rPr lang="fr-FR" smtClean="0"/>
              <a:t>11/04/2025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00317F0-3B35-097B-3D65-392B5E8BB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AD77EE5-13A3-DBCB-B97E-397AE82F7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A2071-B0D1-4A11-B434-F34BA56190D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4066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646CD9-5183-CFD1-56DC-3A4A85819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084AFB9-40EC-040E-BDB7-E4CEC6386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F3489A9-E842-3131-5415-3A157C58D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DAA70-FF9B-42CC-B1FE-BF748B6C69B8}" type="datetimeFigureOut">
              <a:rPr lang="fr-FR" smtClean="0"/>
              <a:t>11/04/2025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5EEE4C8-32EA-A3B7-0DAD-2326615DA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D1D6247-1A04-A25D-5468-EDAEE7B19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A2071-B0D1-4A11-B434-F34BA56190D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9863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6475EB-D314-36D7-5638-D4FF101E4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7549D68-D7C6-61B6-E0EE-A1DAAA2F00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5C9CC56-2263-3368-88D8-754412DFA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DAA70-FF9B-42CC-B1FE-BF748B6C69B8}" type="datetimeFigureOut">
              <a:rPr lang="fr-FR" smtClean="0"/>
              <a:t>11/04/2025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AA88516-56F7-B12D-CA72-517D36DF2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054E8A1-D7BF-8763-9B2A-7C90C8E13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A2071-B0D1-4A11-B434-F34BA56190D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9188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4C1D84-144F-96BF-C1A7-CE2A0A014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D2E3771-1E40-F761-52F7-8152EB06B8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4F8A230-7F81-D2E0-E0B7-EA5BAB188B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73B4C0D-2F41-712A-BED1-101EA0582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DAA70-FF9B-42CC-B1FE-BF748B6C69B8}" type="datetimeFigureOut">
              <a:rPr lang="fr-FR" smtClean="0"/>
              <a:t>11/04/2025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167C9F4-1FD8-0939-DACB-884A55665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B53EDCB-9EE3-7473-C9B5-B7693C7EF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A2071-B0D1-4A11-B434-F34BA56190D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5174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59E7B8-1430-288B-08BE-E100C26E2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A9FBB60-F3B5-E3A5-951A-176B4065CF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5EFF20D-F22D-E912-7380-08043B4F33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3C9A9FC-9483-99E5-7E55-B73ED402AB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EFD44AF-407F-A505-1D9F-F5E886F0D7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B0AC7E94-149D-8688-CAD2-B22587BA1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DAA70-FF9B-42CC-B1FE-BF748B6C69B8}" type="datetimeFigureOut">
              <a:rPr lang="fr-FR" smtClean="0"/>
              <a:t>11/04/2025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423FDCA-FB0D-A60A-D13E-391592759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70BF93A-9DFA-6A24-F73C-F8F596A2F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A2071-B0D1-4A11-B434-F34BA56190D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8083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BA276E-CE21-F02A-56D9-039E660A0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A3020D7-5BD0-B0F8-AB66-B060015A1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DAA70-FF9B-42CC-B1FE-BF748B6C69B8}" type="datetimeFigureOut">
              <a:rPr lang="fr-FR" smtClean="0"/>
              <a:t>11/04/2025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DE9F15D-8FE0-655B-A95C-C3BE0BDA5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D320CE8-B6E0-FA5B-AB11-29994059E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A2071-B0D1-4A11-B434-F34BA56190D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3459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DBD5958-FA11-51FE-0B56-E44EE6E4A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DAA70-FF9B-42CC-B1FE-BF748B6C69B8}" type="datetimeFigureOut">
              <a:rPr lang="fr-FR" smtClean="0"/>
              <a:t>11/04/2025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EDECBA6-65AC-A0B9-4EF7-9D4FD8416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1228154-C767-9003-B4F3-B920D0F69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A2071-B0D1-4A11-B434-F34BA56190D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8067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4A686E-5751-BA6C-776C-F9D6EABD6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EC1D4CF-E2CD-400D-4200-B1D69CD3F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12AFA04-0806-79E8-AB76-81C6CCCB0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6AA6319-3AE2-DB30-A840-5B1ECD2C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DAA70-FF9B-42CC-B1FE-BF748B6C69B8}" type="datetimeFigureOut">
              <a:rPr lang="fr-FR" smtClean="0"/>
              <a:t>11/04/2025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22BD92C-B2C1-6373-145A-DA0268016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5B935C1-B360-0668-83CD-D58147F95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A2071-B0D1-4A11-B434-F34BA56190D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5462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77BD4B-2FDB-58D2-DFAB-856B41CB4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6C4FD69-18FC-E425-ADC6-4F625AA984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7984626-B788-928E-C6B5-23E8BFFDE0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D748F8E-C1A6-FD29-A960-5FC15B7A2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DAA70-FF9B-42CC-B1FE-BF748B6C69B8}" type="datetimeFigureOut">
              <a:rPr lang="fr-FR" smtClean="0"/>
              <a:t>11/04/2025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71F8A94-D6FE-0035-34CF-B8E43E309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28CEFAC-FDC0-9ECF-3B74-72EAF91B3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A2071-B0D1-4A11-B434-F34BA56190D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8270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9B0BE9-733A-59B1-2A20-FE0714D18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EC3C762-F5B8-6B34-BB06-084E88E2D2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E5B96E5-FF59-7702-9CCA-2B296076C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DAA70-FF9B-42CC-B1FE-BF748B6C69B8}" type="datetimeFigureOut">
              <a:rPr lang="fr-FR" smtClean="0"/>
              <a:t>11/04/2025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4775231-B3ED-9637-1DDE-BA435A84B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D92AEF9-E034-1A1D-9403-BE007BD58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A2071-B0D1-4A11-B434-F34BA56190D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6297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783AA962-2879-43CC-3536-E5E0E8108A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E482061-EA91-5B43-F803-A673A93F6E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890819E-A5A0-6377-B1F2-94E261B61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DAA70-FF9B-42CC-B1FE-BF748B6C69B8}" type="datetimeFigureOut">
              <a:rPr lang="fr-FR" smtClean="0"/>
              <a:t>11/04/2025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152CAEE-5A94-C84C-990C-5D09EEAD9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A3B59A5-ED5F-D95E-1B0C-7ED42D5E4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A2071-B0D1-4A11-B434-F34BA56190D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4406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5E80D8C-3A07-7F2A-6C9B-70517E675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FDE87AB-3E28-5EDF-E230-8BD434062F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9A83B5B-B4D6-9142-661F-07D0E43255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2DAA70-FF9B-42CC-B1FE-BF748B6C69B8}" type="datetimeFigureOut">
              <a:rPr lang="fr-FR" smtClean="0"/>
              <a:t>11/04/2025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EC98ED1-FDBE-28DE-4F4A-7180E20433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5C5BB96-6705-6312-579B-F638F6BE2A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BA2071-B0D1-4A11-B434-F34BA56190D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1236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11168FE-188B-DA51-D9FC-92329E4308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93338"/>
            <a:ext cx="9144000" cy="3274592"/>
          </a:xfrm>
        </p:spPr>
        <p:txBody>
          <a:bodyPr anchor="ctr">
            <a:normAutofit/>
          </a:bodyPr>
          <a:lstStyle/>
          <a:p>
            <a:r>
              <a:rPr lang="fr-FR" sz="7200"/>
              <a:t>Projet GLPI – Gestion de parc informatique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8869E51-8D2F-07C8-C17C-B85EAC0E4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514052"/>
            <a:ext cx="9144000" cy="651910"/>
          </a:xfrm>
        </p:spPr>
        <p:txBody>
          <a:bodyPr anchor="ctr">
            <a:normAutofit/>
          </a:bodyPr>
          <a:lstStyle/>
          <a:p>
            <a:r>
              <a:rPr lang="fr-FR" sz="1500" dirty="0"/>
              <a:t>Réalisé par Yassine Mahdouani et Yves Mayombe</a:t>
            </a:r>
          </a:p>
          <a:p>
            <a:r>
              <a:rPr lang="fr-FR" sz="1500" dirty="0"/>
              <a:t>Installation, configuration et test de GLPI avec XAMPP et Fusion Inventory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6372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AB85F89-7F4A-73C1-B007-6041140001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93338"/>
            <a:ext cx="9144000" cy="3274592"/>
          </a:xfrm>
        </p:spPr>
        <p:txBody>
          <a:bodyPr anchor="ctr">
            <a:normAutofit/>
          </a:bodyPr>
          <a:lstStyle/>
          <a:p>
            <a:r>
              <a:rPr lang="fr-FR" sz="7200"/>
              <a:t>Introduction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D3F04B4-D647-168B-D3F7-6714926C54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514052"/>
            <a:ext cx="9144000" cy="651910"/>
          </a:xfrm>
        </p:spPr>
        <p:txBody>
          <a:bodyPr anchor="ctr">
            <a:normAutofit/>
          </a:bodyPr>
          <a:lstStyle/>
          <a:p>
            <a:r>
              <a:rPr lang="fr-FR" sz="1500"/>
              <a:t>Projet réalisé dans le cadre de la formation</a:t>
            </a:r>
          </a:p>
          <a:p>
            <a:r>
              <a:rPr lang="fr-FR" sz="1500"/>
              <a:t>Objectifs : Installer GLPI, créer des tickets, intégrer FusionInventory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2637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C9C9496-F8A0-9ECA-61B9-E1B3B85E1D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93338"/>
            <a:ext cx="9144000" cy="3274592"/>
          </a:xfrm>
        </p:spPr>
        <p:txBody>
          <a:bodyPr anchor="ctr">
            <a:normAutofit/>
          </a:bodyPr>
          <a:lstStyle/>
          <a:p>
            <a:r>
              <a:rPr lang="fr-FR" sz="7200"/>
              <a:t>Liste des tâches initiales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4F0C792-8570-C96E-D371-D5A99A52BB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514052"/>
            <a:ext cx="9144000" cy="651910"/>
          </a:xfrm>
        </p:spPr>
        <p:txBody>
          <a:bodyPr anchor="ctr">
            <a:normAutofit/>
          </a:bodyPr>
          <a:lstStyle/>
          <a:p>
            <a:r>
              <a:rPr lang="fr-FR" sz="1500"/>
              <a:t>Lecture de la fiche projet</a:t>
            </a:r>
          </a:p>
          <a:p>
            <a:r>
              <a:rPr lang="fr-FR" sz="1500"/>
              <a:t>Définition des étapes à suivre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5755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5B8B0D8-DD32-FCF3-CFA9-775552A541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3810" y="2960716"/>
            <a:ext cx="4036334" cy="2387600"/>
          </a:xfrm>
        </p:spPr>
        <p:txBody>
          <a:bodyPr anchor="t">
            <a:normAutofit/>
          </a:bodyPr>
          <a:lstStyle/>
          <a:p>
            <a:pPr algn="l"/>
            <a:r>
              <a:rPr lang="fr-FR" sz="5400"/>
              <a:t>Installation de XAMPP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B453902-9158-54AD-3335-41F551B73F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3809" y="953037"/>
            <a:ext cx="4036333" cy="1709849"/>
          </a:xfrm>
        </p:spPr>
        <p:txBody>
          <a:bodyPr anchor="b">
            <a:normAutofit/>
          </a:bodyPr>
          <a:lstStyle/>
          <a:p>
            <a:pPr algn="l"/>
            <a:r>
              <a:rPr lang="fr-FR" sz="2000"/>
              <a:t>Installation de XAMPP (Apache + MySQL + PHP)</a:t>
            </a:r>
          </a:p>
          <a:p>
            <a:pPr algn="l"/>
            <a:r>
              <a:rPr lang="fr-FR" sz="2000"/>
              <a:t>Utilisé pour héberger GLPI en local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3F1167C-9326-2F9B-95D9-AE5D33429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2492" y="1323623"/>
            <a:ext cx="5536001" cy="41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524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7BD7CC6-2F7F-4587-8E92-D041AB2CEB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E7ED1F4-19EF-4BC2-A6EA-DF1525142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EE7C14F-442F-4416-A4A9-6DA10263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7AC4CCD-70AA-4916-97EA-D9C12FED17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5694289-EA59-4679-9DB4-0646321A8C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2EDAD0A-6995-496D-9789-A34C66F5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BCBBB211-248C-4F94-900A-80CD8D52F3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8DCC953-87D5-419D-A529-94A9462512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F67D0B7-A0F4-47EB-8DF7-2630C056AB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A3919D60-F174-4FEB-9E9D-5AF6BD659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8EF7474-F1F7-47A7-AF33-E38A86EBF6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B14C3B3-01E7-4DD2-80BC-D6605BDB3A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9E2ED25-9BE8-462A-BE54-D3E506DBA2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3E48329-07A0-4DBB-9D0C-0614AE372F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ED609B4-86D5-44D5-8511-42AE9B129B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912E1BF-76C2-49D5-A5AC-1CE20255C4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4E6722B-B0C0-4A43-91F6-6E2D6E2D7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8EAB6DA-9741-4668-8E47-957CD515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36EC6AA-9E44-4DD2-B718-EE04111414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38DE653-B3C7-49E5-A3B0-6C00B26083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90AE89EB-4F51-4181-9475-7E1048FB3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78285A0-9022-40FD-B520-91444BA16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E2EED1A-F137-41BB-A555-7CDFF9C334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3E1EC980-DEDC-41BF-995C-1D471C90E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A2F9486-DC13-4EDD-82CE-7FFC6F4846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646A2475-19E5-46B8-B7FE-C2CF42971F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42C6766C-1AD9-4801-96DA-ECC4EAE35D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640" y="4038037"/>
            <a:ext cx="5107366" cy="2087424"/>
          </a:xfrm>
          <a:noFill/>
        </p:spPr>
        <p:txBody>
          <a:bodyPr anchor="t">
            <a:normAutofit/>
          </a:bodyPr>
          <a:lstStyle/>
          <a:p>
            <a:pPr algn="l"/>
            <a:r>
              <a:rPr lang="fr-FR" sz="4800">
                <a:solidFill>
                  <a:schemeClr val="bg1"/>
                </a:solidFill>
              </a:rPr>
              <a:t>Configuration du fichier PHP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86D0FC1-7DD3-B629-B632-B210544D87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3159" y="4038037"/>
            <a:ext cx="5017030" cy="2087426"/>
          </a:xfrm>
          <a:noFill/>
        </p:spPr>
        <p:txBody>
          <a:bodyPr anchor="t">
            <a:normAutofit/>
          </a:bodyPr>
          <a:lstStyle/>
          <a:p>
            <a:pPr algn="l"/>
            <a:r>
              <a:rPr lang="fr-FR">
                <a:solidFill>
                  <a:schemeClr val="bg1"/>
                </a:solidFill>
              </a:rPr>
              <a:t>max_execution_time changé de 120 à 600s</a:t>
            </a:r>
          </a:p>
          <a:p>
            <a:pPr algn="l"/>
            <a:r>
              <a:rPr lang="fr-FR">
                <a:solidFill>
                  <a:schemeClr val="bg1"/>
                </a:solidFill>
              </a:rPr>
              <a:t>Extensions activées : gd, intl</a:t>
            </a:r>
          </a:p>
        </p:txBody>
      </p:sp>
      <p:pic>
        <p:nvPicPr>
          <p:cNvPr id="5" name="Image 4" descr="Une image contenant texte, capture d’écran, Police">
            <a:extLst>
              <a:ext uri="{FF2B5EF4-FFF2-40B4-BE49-F238E27FC236}">
                <a16:creationId xmlns:a16="http://schemas.microsoft.com/office/drawing/2014/main" id="{BCB26A7E-E4F5-3B0B-440E-1369F0C752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359" y="719452"/>
            <a:ext cx="10843065" cy="3061901"/>
          </a:xfrm>
          <a:prstGeom prst="rect">
            <a:avLst/>
          </a:prstGeom>
        </p:spPr>
      </p:pic>
      <p:grpSp>
        <p:nvGrpSpPr>
          <p:cNvPr id="44" name="Group 43">
            <a:extLst>
              <a:ext uri="{FF2B5EF4-FFF2-40B4-BE49-F238E27FC236}">
                <a16:creationId xmlns:a16="http://schemas.microsoft.com/office/drawing/2014/main" id="{91CD8CAA-4614-4393-ADD7-7FDFD8ABD7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776904"/>
            <a:ext cx="304800" cy="429768"/>
            <a:chOff x="215328" y="-46937"/>
            <a:chExt cx="304800" cy="2773841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89F5BF84-4D12-40EB-B3CA-72B55341A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ACF91815-2B4A-44C8-BAC2-6732AD11A9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523960DB-F7E9-40C5-BDC7-9700C71B18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A95623C8-E3C3-425E-B186-ADFF5B6702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46951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93BB67C-E8F0-5E70-AC17-87A9C7C80F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3810" y="2960716"/>
            <a:ext cx="4036334" cy="2387600"/>
          </a:xfrm>
        </p:spPr>
        <p:txBody>
          <a:bodyPr anchor="t">
            <a:normAutofit/>
          </a:bodyPr>
          <a:lstStyle/>
          <a:p>
            <a:pPr algn="l"/>
            <a:r>
              <a:rPr lang="fr-FR" sz="5400"/>
              <a:t>Lancement des services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697A65A-7891-26C5-1EC8-7674F2EEE9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3809" y="953037"/>
            <a:ext cx="4036333" cy="1709849"/>
          </a:xfrm>
        </p:spPr>
        <p:txBody>
          <a:bodyPr anchor="b">
            <a:normAutofit/>
          </a:bodyPr>
          <a:lstStyle/>
          <a:p>
            <a:pPr algn="l"/>
            <a:r>
              <a:rPr lang="fr-FR" sz="2000"/>
              <a:t>Lancement de MySQL, Apache et PHP via XAMPP</a:t>
            </a:r>
          </a:p>
          <a:p>
            <a:pPr algn="l"/>
            <a:r>
              <a:rPr lang="fr-FR" sz="2000"/>
              <a:t>Accès à localhost depuis le navigateur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25D7DF0-D62B-2B3A-CE0B-5191D82F5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2492" y="1607343"/>
            <a:ext cx="5536001" cy="3584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580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18F6E8B-15ED-43C7-94BA-91549A651C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4AA6BFB-D9FC-6914-07AE-E887659CA7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3810" y="3023754"/>
            <a:ext cx="4900144" cy="2736965"/>
          </a:xfrm>
        </p:spPr>
        <p:txBody>
          <a:bodyPr anchor="t">
            <a:normAutofit/>
          </a:bodyPr>
          <a:lstStyle/>
          <a:p>
            <a:pPr algn="l"/>
            <a:r>
              <a:rPr lang="fr-FR" sz="5400"/>
              <a:t>Création de la base de données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71A2E49-3A5E-76CE-C413-EE395A14FD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3809" y="1016076"/>
            <a:ext cx="4900143" cy="1709849"/>
          </a:xfrm>
        </p:spPr>
        <p:txBody>
          <a:bodyPr anchor="b">
            <a:normAutofit/>
          </a:bodyPr>
          <a:lstStyle/>
          <a:p>
            <a:pPr algn="l"/>
            <a:r>
              <a:rPr lang="fr-FR" sz="2000"/>
              <a:t>Ouvrir le navigateur Web et accédez à http://localhost/phpmyadmin/</a:t>
            </a:r>
          </a:p>
          <a:p>
            <a:pPr algn="l"/>
            <a:r>
              <a:rPr lang="fr-FR" sz="2000"/>
              <a:t>phpMyAdmin &gt; Nouvelle base : glpi</a:t>
            </a:r>
          </a:p>
          <a:p>
            <a:pPr algn="l"/>
            <a:r>
              <a:rPr lang="fr-FR" sz="2000"/>
              <a:t>Base créée avant l'installation du logiciel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048031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089A89A-1E9C-4761-9DFF-53C275FBF8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0" y="257770"/>
            <a:ext cx="4837176" cy="297996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908AC95-F535-262A-70E1-A4554691EE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4744" y="471748"/>
            <a:ext cx="2143685" cy="2552007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0" y="3462252"/>
            <a:ext cx="4837176" cy="297996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65B15BC-A58D-754C-13E3-8EDEE7AA6A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162" y="4049421"/>
            <a:ext cx="4324849" cy="1805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411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E18F6E8B-15ED-43C7-94BA-91549A651C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3130524-26A5-3A65-BEE3-C697B6CB9D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3810" y="3023754"/>
            <a:ext cx="4900144" cy="2736965"/>
          </a:xfrm>
        </p:spPr>
        <p:txBody>
          <a:bodyPr anchor="t">
            <a:normAutofit/>
          </a:bodyPr>
          <a:lstStyle/>
          <a:p>
            <a:pPr algn="l"/>
            <a:r>
              <a:rPr lang="fr-FR" sz="5400"/>
              <a:t>Téléchargement et extraction de GLPI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123EB54-6E9A-FA30-33A6-0332B2E15F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3809" y="1016076"/>
            <a:ext cx="4900143" cy="1709849"/>
          </a:xfrm>
        </p:spPr>
        <p:txBody>
          <a:bodyPr anchor="b">
            <a:normAutofit/>
          </a:bodyPr>
          <a:lstStyle/>
          <a:p>
            <a:pPr algn="l"/>
            <a:r>
              <a:rPr lang="fr-FR" sz="2000"/>
              <a:t>Téléchargement du zip GLPI sur glpi-project.org</a:t>
            </a:r>
          </a:p>
          <a:p>
            <a:pPr algn="l"/>
            <a:r>
              <a:rPr lang="fr-FR" sz="2000"/>
              <a:t>Copie dans htdocs puis extraction</a:t>
            </a:r>
          </a:p>
        </p:txBody>
      </p:sp>
      <p:grpSp>
        <p:nvGrpSpPr>
          <p:cNvPr id="34" name="Group 27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048031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089A89A-1E9C-4761-9DFF-53C275FBF8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0" y="257770"/>
            <a:ext cx="4837176" cy="297996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F0865205-F2B1-7556-5602-BB2EDA9C44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4588" y="471748"/>
            <a:ext cx="3083996" cy="2552007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0" y="3462252"/>
            <a:ext cx="4837176" cy="297996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 6" descr="Une image contenant texte, capture d’écran, logiciel, Icône d’ordinateur&#10;&#10;Le contenu généré par l’IA peut être incorrect.">
            <a:extLst>
              <a:ext uri="{FF2B5EF4-FFF2-40B4-BE49-F238E27FC236}">
                <a16:creationId xmlns:a16="http://schemas.microsoft.com/office/drawing/2014/main" id="{005E15CE-A493-3D4C-3D5E-D030E13F06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4162" y="3822367"/>
            <a:ext cx="4324849" cy="2259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21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111B97A-2FB0-4625-8C2E-CDCB1AF68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83D307E-DF68-43F8-97CE-0AAE950A71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271255" y="-1"/>
            <a:ext cx="7649490" cy="5728133"/>
            <a:chOff x="329184" y="1"/>
            <a:chExt cx="524256" cy="5728133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546E3D2-37BF-4528-9851-2B2F628234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28134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52A0C69-DC4E-4FC0-843C-BAA27B3A56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8ED94938-268E-4C0A-A08A-B3980C78BA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318045"/>
            <a:ext cx="10999072" cy="53251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A5018B5-DBA4-0E85-6523-7B94936C4B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0232" y="3801738"/>
            <a:ext cx="10071536" cy="929750"/>
          </a:xfrm>
        </p:spPr>
        <p:txBody>
          <a:bodyPr anchor="b">
            <a:normAutofit/>
          </a:bodyPr>
          <a:lstStyle/>
          <a:p>
            <a:r>
              <a:rPr lang="fr-FR" sz="5200"/>
              <a:t>Installation de GLPI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0684B24-0D9C-A510-77B0-6890C94A89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0232" y="4861899"/>
            <a:ext cx="10071536" cy="448377"/>
          </a:xfrm>
        </p:spPr>
        <p:txBody>
          <a:bodyPr anchor="t">
            <a:normAutofit/>
          </a:bodyPr>
          <a:lstStyle/>
          <a:p>
            <a:r>
              <a:rPr lang="fr-FR" sz="800"/>
              <a:t>localhost/glpi &gt; Installation via l'interface</a:t>
            </a:r>
          </a:p>
          <a:p>
            <a:r>
              <a:rPr lang="fr-FR" sz="800"/>
              <a:t>Connexion root sans mot de passe, sélection de la BDD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944F038-F1CE-3009-BBFF-EA1A0B1B2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492" y="1181080"/>
            <a:ext cx="3292790" cy="1926281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EBA5FA19-28CE-D10A-5DD8-AC8687615D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7293" y="1292212"/>
            <a:ext cx="3292790" cy="1704018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E712AB77-AAFC-DAA9-C92B-602F52735F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5984" y="1345719"/>
            <a:ext cx="3292790" cy="1597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963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686DF2D-05E8-9F07-33B6-F78064E93D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3810" y="2960716"/>
            <a:ext cx="4036334" cy="2387600"/>
          </a:xfrm>
        </p:spPr>
        <p:txBody>
          <a:bodyPr anchor="t">
            <a:normAutofit/>
          </a:bodyPr>
          <a:lstStyle/>
          <a:p>
            <a:pPr algn="l"/>
            <a:r>
              <a:rPr lang="fr-FR" sz="5400"/>
              <a:t>Création de tickets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228B471-B1C9-0682-0F83-0D853785D0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3809" y="953037"/>
            <a:ext cx="4036333" cy="1709849"/>
          </a:xfrm>
        </p:spPr>
        <p:txBody>
          <a:bodyPr anchor="b">
            <a:normAutofit/>
          </a:bodyPr>
          <a:lstStyle/>
          <a:p>
            <a:pPr algn="l"/>
            <a:r>
              <a:rPr lang="fr-FR" sz="2000"/>
              <a:t>Ticket 1 : Souris défectueuse</a:t>
            </a:r>
          </a:p>
          <a:p>
            <a:pPr algn="l"/>
            <a:r>
              <a:rPr lang="fr-FR" sz="2000"/>
              <a:t>Ticket 2 : Pilote GPU manquant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4" descr="Une image contenant texte, capture d’écran, Police, document&#10;&#10;Le contenu généré par l’IA peut être incorrect.">
            <a:extLst>
              <a:ext uri="{FF2B5EF4-FFF2-40B4-BE49-F238E27FC236}">
                <a16:creationId xmlns:a16="http://schemas.microsoft.com/office/drawing/2014/main" id="{4F42B7A7-EDFD-8A65-FDD3-0287A1F33C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6473" y="666728"/>
            <a:ext cx="3908039" cy="5465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6997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AA126C0-40A3-8C05-4DD8-6EF2627458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3810" y="2960716"/>
            <a:ext cx="4036334" cy="2387600"/>
          </a:xfrm>
        </p:spPr>
        <p:txBody>
          <a:bodyPr anchor="t">
            <a:normAutofit/>
          </a:bodyPr>
          <a:lstStyle/>
          <a:p>
            <a:pPr algn="l"/>
            <a:r>
              <a:rPr lang="fr-FR" sz="4600" dirty="0"/>
              <a:t>Installation de </a:t>
            </a:r>
            <a:r>
              <a:rPr lang="fr-FR" sz="4600"/>
              <a:t>FusionInventory</a:t>
            </a:r>
            <a:endParaRPr lang="fr-FR" sz="4600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7F70011-77B5-64F8-BE41-FF316DD028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3809" y="953037"/>
            <a:ext cx="4036333" cy="1709849"/>
          </a:xfrm>
        </p:spPr>
        <p:txBody>
          <a:bodyPr anchor="b">
            <a:normAutofit/>
          </a:bodyPr>
          <a:lstStyle/>
          <a:p>
            <a:pPr algn="l"/>
            <a:r>
              <a:rPr lang="fr-FR" sz="2000"/>
              <a:t>FusionInventory = plugin d'inventaire automatique</a:t>
            </a:r>
          </a:p>
          <a:p>
            <a:pPr algn="l"/>
            <a:r>
              <a:rPr lang="fr-FR" sz="2000"/>
              <a:t>Téléchargement du zip + agent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BEE6FCE-4F7F-9901-38C9-9FF60529C6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2492" y="1911823"/>
            <a:ext cx="5536001" cy="297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7056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3C907F9-EDF8-0ADC-BB55-67162645D1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3810" y="2960716"/>
            <a:ext cx="4036334" cy="2387600"/>
          </a:xfrm>
        </p:spPr>
        <p:txBody>
          <a:bodyPr anchor="t">
            <a:normAutofit/>
          </a:bodyPr>
          <a:lstStyle/>
          <a:p>
            <a:pPr algn="l"/>
            <a:r>
              <a:rPr lang="fr-FR" sz="4600" dirty="0"/>
              <a:t>Intégration du plugin </a:t>
            </a:r>
            <a:r>
              <a:rPr lang="fr-FR" sz="4600" dirty="0" err="1"/>
              <a:t>FusionInventory</a:t>
            </a:r>
            <a:endParaRPr lang="fr-FR" sz="4600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6E6CBC0-A2D4-BED9-AA4D-59C03493C8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3809" y="953037"/>
            <a:ext cx="4036333" cy="1709849"/>
          </a:xfrm>
        </p:spPr>
        <p:txBody>
          <a:bodyPr anchor="b">
            <a:normAutofit/>
          </a:bodyPr>
          <a:lstStyle/>
          <a:p>
            <a:pPr algn="l"/>
            <a:r>
              <a:rPr lang="fr-FR" sz="2000"/>
              <a:t>Déplacement du plugin dans glpi/plugins</a:t>
            </a:r>
          </a:p>
          <a:p>
            <a:pPr algn="l"/>
            <a:r>
              <a:rPr lang="fr-FR" sz="2000"/>
              <a:t>Redémarrage des services, activation du plugin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2E1E938-364E-FA5E-4DA1-31238794F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2492" y="2389303"/>
            <a:ext cx="5536001" cy="202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171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7318B8E-3F75-2441-88B7-BE878E9C59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3810" y="2960716"/>
            <a:ext cx="4036334" cy="2387600"/>
          </a:xfrm>
        </p:spPr>
        <p:txBody>
          <a:bodyPr anchor="t">
            <a:normAutofit/>
          </a:bodyPr>
          <a:lstStyle/>
          <a:p>
            <a:pPr algn="l"/>
            <a:r>
              <a:rPr lang="fr-FR" sz="5400"/>
              <a:t>Configuration de l'agent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21A3D6B-05B0-D282-B46E-B6897D81DB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3809" y="953037"/>
            <a:ext cx="4036333" cy="1709849"/>
          </a:xfrm>
        </p:spPr>
        <p:txBody>
          <a:bodyPr anchor="b">
            <a:normAutofit/>
          </a:bodyPr>
          <a:lstStyle/>
          <a:p>
            <a:pPr algn="l"/>
            <a:r>
              <a:rPr lang="fr-FR" sz="2000"/>
              <a:t>Copie de l'URL dans FusionInventory</a:t>
            </a:r>
          </a:p>
          <a:p>
            <a:pPr algn="l"/>
            <a:r>
              <a:rPr lang="fr-FR" sz="2000"/>
              <a:t>Installation de l'agent avec l'URL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3D2A468-3A44-B3D4-5227-06D7B6F64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2492" y="1122944"/>
            <a:ext cx="5536001" cy="4553359"/>
          </a:xfrm>
          <a:prstGeom prst="rect">
            <a:avLst/>
          </a:prstGeom>
        </p:spPr>
      </p:pic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63AEDB9D-9BF6-14EE-E550-1DE683693F16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5150142" y="1807962"/>
            <a:ext cx="2155119" cy="18504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45874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D5D19D-0789-4518-B5DC-D47ADF69D2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FE3B522-4ACB-A2F7-FC49-31B4E42865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3810" y="3130041"/>
            <a:ext cx="4036334" cy="2387600"/>
          </a:xfrm>
        </p:spPr>
        <p:txBody>
          <a:bodyPr anchor="t">
            <a:normAutofit/>
          </a:bodyPr>
          <a:lstStyle/>
          <a:p>
            <a:pPr algn="l"/>
            <a:r>
              <a:rPr lang="fr-FR" sz="5400"/>
              <a:t>Remontée d'inventaire dans GLPI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06DF583-1A0C-AE66-A146-4BD811A875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3809" y="1122362"/>
            <a:ext cx="4036333" cy="1709849"/>
          </a:xfrm>
        </p:spPr>
        <p:txBody>
          <a:bodyPr anchor="b">
            <a:normAutofit/>
          </a:bodyPr>
          <a:lstStyle/>
          <a:p>
            <a:pPr algn="l"/>
            <a:r>
              <a:rPr lang="fr-FR" sz="2000"/>
              <a:t>Inventaire visible après quelques minutes</a:t>
            </a:r>
          </a:p>
          <a:p>
            <a:pPr algn="l"/>
            <a:r>
              <a:rPr lang="fr-FR" sz="2000"/>
              <a:t>FusionInventory fonctionne correctement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5431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 3" descr="Une image contenant texte, capture d’écran, logiciel, Icône d’ordinateur&#10;&#10;Le contenu généré par l’IA peut être incorrect.">
            <a:extLst>
              <a:ext uri="{FF2B5EF4-FFF2-40B4-BE49-F238E27FC236}">
                <a16:creationId xmlns:a16="http://schemas.microsoft.com/office/drawing/2014/main" id="{8DE74D4B-392E-E7B3-A63C-373AD89224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46" r="13561" b="1"/>
          <a:stretch/>
        </p:blipFill>
        <p:spPr>
          <a:xfrm>
            <a:off x="5922492" y="666728"/>
            <a:ext cx="5536001" cy="5465791"/>
          </a:xfrm>
          <a:prstGeom prst="rect">
            <a:avLst/>
          </a:prstGeom>
        </p:spPr>
      </p:pic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20C886EF-EF1E-4C60-EF2A-62E580A5B6F3}"/>
              </a:ext>
            </a:extLst>
          </p:cNvPr>
          <p:cNvCxnSpPr>
            <a:cxnSpLocks/>
          </p:cNvCxnSpPr>
          <p:nvPr/>
        </p:nvCxnSpPr>
        <p:spPr>
          <a:xfrm>
            <a:off x="4545106" y="2330824"/>
            <a:ext cx="2739614" cy="3310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2236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7B16B6C-354B-9149-4C1B-F131DBDCF5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3631" y="809898"/>
            <a:ext cx="9942716" cy="15544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Conclusion &amp; Bilan du projet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6C74252-4EC7-16BE-D278-69BE1161E3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 err="1"/>
              <a:t>Récapitulatif</a:t>
            </a:r>
            <a:r>
              <a:rPr lang="en-US" dirty="0"/>
              <a:t> : installation GLPI, tickets, plugin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 err="1"/>
              <a:t>Compétences</a:t>
            </a:r>
            <a:r>
              <a:rPr lang="en-US" dirty="0"/>
              <a:t> </a:t>
            </a:r>
            <a:r>
              <a:rPr lang="en-US" dirty="0" err="1"/>
              <a:t>acquises</a:t>
            </a:r>
            <a:r>
              <a:rPr lang="en-US" dirty="0"/>
              <a:t> : installation </a:t>
            </a:r>
            <a:r>
              <a:rPr lang="en-US" dirty="0" err="1"/>
              <a:t>serveur</a:t>
            </a:r>
            <a:r>
              <a:rPr lang="en-US" dirty="0"/>
              <a:t>, GLPI, </a:t>
            </a:r>
            <a:r>
              <a:rPr lang="en-US" dirty="0" err="1"/>
              <a:t>dépannage</a:t>
            </a:r>
            <a:endParaRPr lang="en-US" dirty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 err="1"/>
              <a:t>Problèmes</a:t>
            </a:r>
            <a:r>
              <a:rPr lang="en-US" dirty="0"/>
              <a:t> : 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b="1" dirty="0"/>
              <a:t>WAMP (timeout non modifiable) ? XAMPP utilize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b="1" dirty="0"/>
              <a:t>Fusion Inventory non compatible avec GLPI 10.0.0.18 ? retour à 10.0.0.6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973809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</TotalTime>
  <Words>301</Words>
  <Application>Microsoft Office PowerPoint</Application>
  <PresentationFormat>Grand écran</PresentationFormat>
  <Paragraphs>49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Thème Office</vt:lpstr>
      <vt:lpstr>Projet GLPI – Gestion de parc informatique</vt:lpstr>
      <vt:lpstr>Introduction</vt:lpstr>
      <vt:lpstr>Liste des tâches initiales</vt:lpstr>
      <vt:lpstr>Installation de XAMPP</vt:lpstr>
      <vt:lpstr>Configuration du fichier PHP</vt:lpstr>
      <vt:lpstr>Lancement des services</vt:lpstr>
      <vt:lpstr>Création de la base de données</vt:lpstr>
      <vt:lpstr>Téléchargement et extraction de GLPI</vt:lpstr>
      <vt:lpstr>Installation de GLPI</vt:lpstr>
      <vt:lpstr>Création de tickets</vt:lpstr>
      <vt:lpstr>Installation de FusionInventory</vt:lpstr>
      <vt:lpstr>Intégration du plugin FusionInventory</vt:lpstr>
      <vt:lpstr>Configuration de l'agent</vt:lpstr>
      <vt:lpstr>Remontée d'inventaire dans GLPI</vt:lpstr>
      <vt:lpstr>Conclusion &amp; Bilan du projet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MAHDOUANI Yassine</dc:creator>
  <cp:lastModifiedBy>MAHDOUANI Yassine</cp:lastModifiedBy>
  <cp:revision>2</cp:revision>
  <dcterms:created xsi:type="dcterms:W3CDTF">2025-04-11T08:07:14Z</dcterms:created>
  <dcterms:modified xsi:type="dcterms:W3CDTF">2025-04-11T12:57:49Z</dcterms:modified>
</cp:coreProperties>
</file>