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C9A7A5-5F8E-22D8-B2FA-99B9FC131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E3AB63F-426B-0320-8139-C2DC0ECCC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54E680D-CDDB-0BC7-18F0-E49A3D71D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1983C5-2633-9774-39C1-0493ADC07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B80AB2-7A45-C931-E1EB-CA9576F06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8394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C9DED-8318-5FEC-D2F7-D0D7EDDA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2BBA0E-13C7-3E39-EB0C-E448F598E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081A7E-88B4-4A64-B00C-9844C47A3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B61566-3513-4F79-1C7F-95B3D324B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56C343-2DE4-216A-CBD5-BD7665E2B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666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CF424D-3A87-B4C1-AB91-DB3676F78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0838BE-C280-C86D-0DA9-BDE829BD1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7AC2AA-D865-30CF-C32B-7C3865E3E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A3A299-0271-DFFC-3237-1E557599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E15746-F5E5-058B-FE52-1D8E3601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895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D2475D-5676-66B3-33CB-A2BB0A71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A47CF4-F40C-5686-F08E-109726A73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029BE4-B475-7B62-252B-31323560FB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A5AB494-88CC-75FF-DA17-1DD9C2943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5550DD-5952-3BF9-928A-23C790F6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3B168EC-C107-ED99-740E-152AA5927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9830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3BCA4D-D34D-0AC2-70AB-91C01EF0E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80DCB8-F41D-8C53-2395-CF2EF034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FFE1CDE-4539-FFD0-F06C-2F0DB203D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731FCDC-0D4F-8B02-EFBD-90B32A171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C90E7B3-392E-9C69-C0D6-B5DDA00E4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B221E55-D8BF-4440-1123-1E2636A0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FE0F07E-0C4E-B066-1D69-C8BB5703D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7485E88-1164-9910-AF4F-3957ED95C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2589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31DB8D-B192-AB74-9582-EC10AE0E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496CFC2-72E8-884D-8DA2-65617D433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EFEE732-EF2E-111D-694B-74D770FF0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B978783-D480-B4DB-D471-A5196149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24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11DA653-56ED-74D2-23B3-320618394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35CCE6B-6E00-544A-A9F4-DF18A576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62D248-B125-5444-F721-A7D1817E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9042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9F92B5-8467-CB10-BA64-BE3ECCD32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474539-DED5-2058-24A1-75099BA90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1D22FB-CCE5-2DDB-593E-471A3E29B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7B3FE2-C0A7-DF29-7A7C-629455984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778D30-34B9-14B9-EF6A-EA0174750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9AB5911-8F57-4D36-D43F-F6D43D366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322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255A5A-FE5F-32C3-0632-6F8613737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9EF1EAA-1724-461B-638B-FEF07BB50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ABFF3B1-0025-7732-760B-E9014C830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2B22A02-78D6-D63B-3ADB-CF24A827E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1F28665-6096-1B3A-5C6F-A01052AB0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3B698D-3ADA-3C22-137E-2CFB202D2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7095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73EC5E-480A-0E3A-4626-6BBD6E54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2CD31DE-5F98-E675-3E1F-DADD5DFB1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68080A-E496-4ED8-9E31-AE18EBEE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46BA77C-B4BB-C6ED-6E9F-4300EE5A4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BDBFDC0-573B-B2AD-ACBC-FB78F9C38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58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C6C996A-D444-3CF0-2030-A891EAF84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EBAA401-0FFE-74EB-AF18-F342388EF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6B622D-C761-21C8-5D44-BF88DBFF6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81F6C6-F12A-AFFE-5EEA-9615D1F66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041C73-7F38-B8E5-947D-61D7F6B3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538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BFE757-8892-2D56-34AC-0EA7BF77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36818A-CD2C-B231-7698-6E4D2CF7E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63999C-AE2C-D78B-78E9-2186E89D1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9326DA-645E-1D47-0F2D-5DD4B9EEC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D40959-7FDB-B7CB-5AEA-2A4B73B4F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079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B45A3F7-1E52-4138-5736-0C151645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6F4D5-BFE8-0C7A-BB00-EA461D33D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7CF14E-1B1F-867C-94FF-C2AF20DFE5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D11F4-2BAB-4515-8F68-C1C0E8816530}" type="datetimeFigureOut">
              <a:rPr lang="fr-FR" smtClean="0"/>
              <a:t>07/07/2025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AF420FB-DED8-5D95-44C3-848E14469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EA98483-D894-B92B-4768-D1FB88F96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E2042-E323-4DC8-8176-91E4748D795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909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4103E86-C1FF-2AFC-C81F-97BFA4D14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fr-FR" sz="6700"/>
              <a:t>PPE : Haute disponibilité, répartition de charge et tolérance aux pannes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DCA170-A029-9BDD-923D-2C13E600E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r>
              <a:rPr lang="fr-FR"/>
              <a:t>Projet réalisé sous VMware Workstation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5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B6E4653-A6D0-F1E7-E576-D1430FC71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963" y="1238080"/>
            <a:ext cx="9849751" cy="134967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Objectifs du projet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0D9CBC-E45A-FBA0-AEF7-193F91BF8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304" y="2902913"/>
            <a:ext cx="9849751" cy="30321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- Mettre en place un environnement virtuel Windows Server</a:t>
            </a:r>
          </a:p>
          <a:p>
            <a:r>
              <a:rPr lang="en-US" sz="2000"/>
              <a:t>- Assurer la haute disponibilité et la répartition de charge</a:t>
            </a:r>
          </a:p>
          <a:p>
            <a:r>
              <a:rPr lang="en-US" sz="2000"/>
              <a:t>- Expérimenter la réplication AD, le DHCP Failover et le NLB</a:t>
            </a:r>
          </a:p>
        </p:txBody>
      </p:sp>
    </p:spTree>
    <p:extLst>
      <p:ext uri="{BB962C8B-B14F-4D97-AF65-F5344CB8AC3E}">
        <p14:creationId xmlns:p14="http://schemas.microsoft.com/office/powerpoint/2010/main" val="3827572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EDEA96D-05B3-DFBC-BDF1-1B06D3576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Présentation de l’environnement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B29AF303-FF1B-3E25-780A-A6B42D1E8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- 3 serveurs : SRV17, SRV18, SRV19</a:t>
            </a:r>
          </a:p>
          <a:p>
            <a:r>
              <a:rPr lang="en-US" sz="2400"/>
              <a:t>- 1 client : WIN20 (IP dynamique)</a:t>
            </a:r>
          </a:p>
          <a:p>
            <a:r>
              <a:rPr lang="en-US" sz="2400"/>
              <a:t>- Domaine : helios.local</a:t>
            </a:r>
          </a:p>
          <a:p>
            <a:r>
              <a:rPr lang="en-US" sz="2400"/>
              <a:t>- DNS : 192.168.5.1</a:t>
            </a:r>
          </a:p>
          <a:p>
            <a:r>
              <a:rPr lang="en-US" sz="2400"/>
              <a:t>- NLB Cluster : 192.168.5.100</a:t>
            </a:r>
          </a:p>
        </p:txBody>
      </p:sp>
    </p:spTree>
    <p:extLst>
      <p:ext uri="{BB962C8B-B14F-4D97-AF65-F5344CB8AC3E}">
        <p14:creationId xmlns:p14="http://schemas.microsoft.com/office/powerpoint/2010/main" val="1196858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DF1A630-2A9B-41A0-92F9-FDA26107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2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4AC8AD-E321-4CE0-6AAF-B5B3F965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Installation des machines virtuelles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BD4D4D-D453-7A6F-2CDF-D43C91D1EE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- Utilisation de VMware Workstation </a:t>
            </a:r>
          </a:p>
          <a:p>
            <a:r>
              <a:rPr lang="en-US" sz="2000"/>
              <a:t>- Installation de Windows Server 2019 sur SRV17, SRV18, SRV19</a:t>
            </a:r>
          </a:p>
          <a:p>
            <a:r>
              <a:rPr lang="en-US" sz="2000"/>
              <a:t>- Installation de Windows 10 sur WIN20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B40F664-13E2-DEB8-C0F3-41A35BCF4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961" y="774285"/>
            <a:ext cx="1999673" cy="199967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7549BAA-6242-BB08-C367-36E955047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523" y="1140442"/>
            <a:ext cx="2112264" cy="126735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C6836F8-9D4E-D4E6-8E32-3D7C77E4EF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667" y="3315035"/>
            <a:ext cx="438912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3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9B57AF-AB94-A4F1-58D6-E7BE02B91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 réseau et nom des machines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space réservé du texte 2">
            <a:extLst>
              <a:ext uri="{FF2B5EF4-FFF2-40B4-BE49-F238E27FC236}">
                <a16:creationId xmlns:a16="http://schemas.microsoft.com/office/drawing/2014/main" id="{4147E780-11A8-3E99-A99D-DCD1838A7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- SRV17 : 192.168.5.1</a:t>
            </a:r>
          </a:p>
          <a:p>
            <a:r>
              <a:rPr lang="en-US" sz="2400"/>
              <a:t>- SRV18 : 192.168.5.2</a:t>
            </a:r>
          </a:p>
          <a:p>
            <a:r>
              <a:rPr lang="en-US" sz="2400"/>
              <a:t>- SRV19 : 192.168.5.3</a:t>
            </a:r>
          </a:p>
          <a:p>
            <a:r>
              <a:rPr lang="en-US" sz="2400"/>
              <a:t>- WIN20 : IP dynamique (DHCP)</a:t>
            </a:r>
          </a:p>
          <a:p>
            <a:r>
              <a:rPr lang="en-US" sz="2400"/>
              <a:t>- Attribution des noms SRV17, SRV18, SRV19 et WIN20</a:t>
            </a:r>
          </a:p>
        </p:txBody>
      </p:sp>
    </p:spTree>
    <p:extLst>
      <p:ext uri="{BB962C8B-B14F-4D97-AF65-F5344CB8AC3E}">
        <p14:creationId xmlns:p14="http://schemas.microsoft.com/office/powerpoint/2010/main" val="357600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Rectangle 43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344FB3-D96A-B440-58AF-C0D5C00D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Installation de l'AD DS et DNS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AD02BF-4CD3-304E-DF9A-716232E41F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- Installation du rôle AD DS sur SRV17</a:t>
            </a:r>
          </a:p>
          <a:p>
            <a:r>
              <a:rPr lang="en-US" sz="2000"/>
              <a:t>- Création de la forêt : helios.local</a:t>
            </a:r>
          </a:p>
          <a:p>
            <a:r>
              <a:rPr lang="en-US" sz="2000"/>
              <a:t>- Installation automatique du rôle DNS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6C83472-E8DF-AC7C-8B14-274C6A1DE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191" y="774285"/>
            <a:ext cx="3488071" cy="258117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953CDFE-8B94-A236-B08C-F5E6FCCFB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500" y="3575074"/>
            <a:ext cx="3635454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45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97A717-192D-4C01-F789-231F027F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Mise en place du domaine Helios.local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36210AA-D69D-7514-AD62-9CE711D0A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- </a:t>
            </a:r>
            <a:r>
              <a:rPr lang="en-US" sz="2000"/>
              <a:t>Ajout</a:t>
            </a:r>
            <a:r>
              <a:rPr lang="en-US" sz="2000" dirty="0"/>
              <a:t> de SRV18 et SRV19 au </a:t>
            </a:r>
            <a:r>
              <a:rPr lang="en-US" sz="2000"/>
              <a:t>domaine</a:t>
            </a:r>
            <a:endParaRPr lang="en-US" sz="2000" dirty="0"/>
          </a:p>
          <a:p>
            <a:r>
              <a:rPr lang="en-US" sz="2000" dirty="0"/>
              <a:t>- </a:t>
            </a:r>
            <a:r>
              <a:rPr lang="en-US" sz="2000"/>
              <a:t>Réplication</a:t>
            </a:r>
            <a:r>
              <a:rPr lang="en-US" sz="2000" dirty="0"/>
              <a:t> de </a:t>
            </a:r>
            <a:r>
              <a:rPr lang="en-US" sz="2000"/>
              <a:t>l’Active</a:t>
            </a:r>
            <a:r>
              <a:rPr lang="en-US" sz="2000" dirty="0"/>
              <a:t> Directory entre les </a:t>
            </a:r>
            <a:r>
              <a:rPr lang="en-US" sz="2000"/>
              <a:t>serveurs</a:t>
            </a:r>
            <a:endParaRPr lang="en-US" sz="2000" dirty="0"/>
          </a:p>
          <a:p>
            <a:r>
              <a:rPr lang="en-US" sz="2000" dirty="0"/>
              <a:t>- </a:t>
            </a:r>
            <a:r>
              <a:rPr lang="en-US" sz="2000"/>
              <a:t>Création</a:t>
            </a:r>
            <a:r>
              <a:rPr lang="en-US" sz="2000" dirty="0"/>
              <a:t> d’un </a:t>
            </a:r>
            <a:r>
              <a:rPr lang="en-US" sz="2000"/>
              <a:t>utilisateur</a:t>
            </a:r>
            <a:r>
              <a:rPr lang="en-US" sz="2000" dirty="0"/>
              <a:t> pour test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7B0AF4B-6DD5-C99E-F1FE-CEEAFFBBE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02305"/>
            <a:ext cx="5150277" cy="267814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3B7B26-F905-CCA0-8205-90BF4D54F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Mise en place du service DHCP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433837-0F52-32D1-8E7F-1643765D8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- Installation du rôle DHCP sur SRV17 et SRV18</a:t>
            </a:r>
          </a:p>
          <a:p>
            <a:r>
              <a:rPr lang="en-US" sz="2000"/>
              <a:t>- Configuration de l'étendue : 192.168.5.1 à 192.168.5.10</a:t>
            </a:r>
          </a:p>
          <a:p>
            <a:r>
              <a:rPr lang="en-US" sz="2000"/>
              <a:t>- Attribution automatique d’IP au client WIN20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3C4EB1E-2DDC-4AC7-EB01-233EC471B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140" y="774285"/>
            <a:ext cx="3352173" cy="258117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3A626D3-51A5-CFB6-0291-E4A913B2C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3812272"/>
            <a:ext cx="4389120" cy="2106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33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96D3688-D940-1588-E650-8A529CBA1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Configuration du DHCP Failover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9393018-2EB6-1CE7-F57C-C531A242E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- Mise en place du basculement DHCP entre SRV17 et SRV18</a:t>
            </a:r>
          </a:p>
          <a:p>
            <a:r>
              <a:rPr lang="en-US" sz="2000"/>
              <a:t>- Mode de fonctionnement : Load Balance (équilibrage de charge)</a:t>
            </a:r>
          </a:p>
          <a:p>
            <a:r>
              <a:rPr lang="en-US" sz="2000"/>
              <a:t>- Continuité du service en cas de panne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2B9C57F-9945-BE5B-9A06-172347C10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835" y="2484255"/>
            <a:ext cx="4971670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47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0527EF1-3848-F238-AAE7-C3F042A0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300"/>
              <a:t>Mise en place du NLB (répartition de charge)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BB9F4EF-5A13-0961-FC4F-DDB9FA200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5029" y="2524721"/>
            <a:ext cx="4991629" cy="36771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- Installation du rôle NLB sur SRV17, SRV18, SRV19</a:t>
            </a:r>
          </a:p>
          <a:p>
            <a:r>
              <a:rPr lang="en-US" sz="1800"/>
              <a:t>- Création du cluster NLB : 192.168.5.100</a:t>
            </a:r>
          </a:p>
          <a:p>
            <a:r>
              <a:rPr lang="en-US" sz="1800"/>
              <a:t>- Test de répartition de charge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A63D65-E9BD-A4D6-1194-C87AF6FF7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4988" y="841905"/>
            <a:ext cx="3678060" cy="231717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4FE489D-3C65-0D47-389C-1A673F5C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308" y="3703659"/>
            <a:ext cx="3927420" cy="2317178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4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179D966-F1F7-42D0-3506-8407A9F3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Conclusion et vérifications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A707C3D-8D9A-F397-CAEC-74FF111A4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/>
              <a:t>- Test de connectivité (ping entre machines)</a:t>
            </a:r>
          </a:p>
          <a:p>
            <a:r>
              <a:rPr lang="en-US" sz="2400"/>
              <a:t>- Vérification de la réplication AD</a:t>
            </a:r>
          </a:p>
          <a:p>
            <a:r>
              <a:rPr lang="en-US" sz="2400"/>
              <a:t>- Tests de basculement DHCP et NLB réussis</a:t>
            </a:r>
          </a:p>
          <a:p>
            <a:r>
              <a:rPr lang="en-US" sz="2400"/>
              <a:t>- Projet validé par le professeur ?</a:t>
            </a:r>
          </a:p>
        </p:txBody>
      </p:sp>
    </p:spTree>
    <p:extLst>
      <p:ext uri="{BB962C8B-B14F-4D97-AF65-F5344CB8AC3E}">
        <p14:creationId xmlns:p14="http://schemas.microsoft.com/office/powerpoint/2010/main" val="46235323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343</Words>
  <Application>Microsoft Office PowerPoint</Application>
  <PresentationFormat>Grand écran</PresentationFormat>
  <Paragraphs>47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PPE : Haute disponibilité, répartition de charge et tolérance aux pannes</vt:lpstr>
      <vt:lpstr>Objectifs du projet</vt:lpstr>
      <vt:lpstr>Présentation de l’environnement</vt:lpstr>
      <vt:lpstr>Installation des machines virtuelles</vt:lpstr>
      <vt:lpstr>Configuration réseau et nom des machines</vt:lpstr>
      <vt:lpstr>Installation de l'AD DS et DNS</vt:lpstr>
      <vt:lpstr>Mise en place du domaine Helios.local</vt:lpstr>
      <vt:lpstr>Mise en place du service DHCP</vt:lpstr>
      <vt:lpstr>Configuration du DHCP Failover</vt:lpstr>
      <vt:lpstr>Mise en place du NLB (répartition de charge)</vt:lpstr>
      <vt:lpstr>Conclusion et vérifications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MAHDOUANI Yassine</dc:creator>
  <cp:lastModifiedBy>MAHDOUANI Yassine</cp:lastModifiedBy>
  <cp:revision>1</cp:revision>
  <dcterms:created xsi:type="dcterms:W3CDTF">2025-07-07T16:03:27Z</dcterms:created>
  <dcterms:modified xsi:type="dcterms:W3CDTF">2025-07-07T16:20:52Z</dcterms:modified>
</cp:coreProperties>
</file>